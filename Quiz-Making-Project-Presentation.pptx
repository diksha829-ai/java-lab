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6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21631"/>
            <a:ext cx="830318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Quiz Making Project Presentation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676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 of quiz making system by our team members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35803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Members: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94847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</a:rPr>
              <a:t>58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</a:rPr>
              <a:t>Rajanandini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</a:rPr>
              <a:t> Shankar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</a:rPr>
              <a:t>Musale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37090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59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Diksha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Santosh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Nikam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79333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Siddhi 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Balasaheb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521577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Preeti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Nishikant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Sonule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63820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Tejal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Navnath</a:t>
            </a:r>
            <a:r>
              <a:rPr lang="en-US" sz="1700" dirty="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smtClean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13128" y="6228636"/>
            <a:ext cx="2037398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23040"/>
            <a:ext cx="685288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 to Quiz Making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interactive quizzes for knowledge assessment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1981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2383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2383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and instructors in varied academic fields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8132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38534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Significance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8534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Enhances learning retention with immediate feedback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739140"/>
            <a:ext cx="63871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Objectives of Quiz Making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1776770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74884" y="19933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User-Friendly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2479477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navigation and responsive layout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259336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74884" y="3475911"/>
            <a:ext cx="29535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Question Bank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4884" y="3962043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Variety of question types and topics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741902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74884" y="49584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Evaluation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4884" y="5444609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score calculation and feedback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224468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74884" y="6441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Robust Performance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74884" y="6927175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handling of multiple users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518" y="1970417"/>
            <a:ext cx="895695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 of Quiz Making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330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800" b="1" dirty="0"/>
              <a:t>System Flow</a:t>
            </a:r>
            <a:r>
              <a:rPr lang="en-US" sz="2800" b="1" dirty="0" smtClean="0"/>
              <a:t>:</a:t>
            </a:r>
          </a:p>
          <a:p>
            <a:pPr>
              <a:lnSpc>
                <a:spcPts val="2800"/>
              </a:lnSpc>
            </a:pPr>
            <a:endParaRPr lang="en-US" sz="2200" dirty="0" smtClean="0"/>
          </a:p>
          <a:p>
            <a:pPr>
              <a:lnSpc>
                <a:spcPts val="2800"/>
              </a:lnSpc>
            </a:pPr>
            <a:r>
              <a:rPr lang="en-US" sz="2200" dirty="0" smtClean="0"/>
              <a:t>1</a:t>
            </a:r>
            <a:r>
              <a:rPr lang="en-US" sz="2200" dirty="0"/>
              <a:t>. User Interaction:    - The user launches the quiz application and interacts with the GUI.    </a:t>
            </a:r>
            <a:endParaRPr lang="en-US" sz="2200" dirty="0" smtClean="0"/>
          </a:p>
          <a:p>
            <a:pPr>
              <a:lnSpc>
                <a:spcPts val="2800"/>
              </a:lnSpc>
            </a:pPr>
            <a:r>
              <a:rPr lang="en-US" sz="2200" dirty="0" smtClean="0"/>
              <a:t>The </a:t>
            </a:r>
            <a:r>
              <a:rPr lang="en-US" sz="2200" dirty="0"/>
              <a:t>user selects answers to questions, and the GUI sends the responses to the Java program</a:t>
            </a:r>
            <a:r>
              <a:rPr lang="en-US" sz="2200" dirty="0" smtClean="0"/>
              <a:t>.</a:t>
            </a:r>
          </a:p>
          <a:p>
            <a:pPr>
              <a:lnSpc>
                <a:spcPts val="2800"/>
              </a:lnSpc>
            </a:pPr>
            <a:r>
              <a:rPr lang="en-US" sz="2200" dirty="0" smtClean="0"/>
              <a:t>2 Question Display : </a:t>
            </a:r>
            <a:r>
              <a:rPr lang="en-US" sz="2200" dirty="0"/>
              <a:t>- The Java program processes the user's responses, checks answers, and updates the score.    </a:t>
            </a:r>
            <a:endParaRPr lang="en-US" sz="2200" dirty="0" smtClean="0"/>
          </a:p>
          <a:p>
            <a:pPr>
              <a:lnSpc>
                <a:spcPts val="2800"/>
              </a:lnSpc>
            </a:pPr>
            <a:r>
              <a:rPr lang="en-US" sz="2200" dirty="0" smtClean="0"/>
              <a:t> </a:t>
            </a:r>
            <a:r>
              <a:rPr lang="en-US" sz="2200" dirty="0"/>
              <a:t>The program retrieves questions and options from the data storage component</a:t>
            </a:r>
            <a:r>
              <a:rPr lang="en-US" sz="2200" dirty="0" smtClean="0"/>
              <a:t>.</a:t>
            </a:r>
          </a:p>
          <a:p>
            <a:pPr>
              <a:lnSpc>
                <a:spcPts val="2800"/>
              </a:lnSpc>
            </a:pPr>
            <a:r>
              <a:rPr lang="en-US" sz="2200" dirty="0" smtClean="0"/>
              <a:t>3</a:t>
            </a:r>
            <a:r>
              <a:rPr lang="en-US" sz="2200" dirty="0"/>
              <a:t>. Data </a:t>
            </a:r>
            <a:r>
              <a:rPr lang="en-US" sz="2200" dirty="0" smtClean="0"/>
              <a:t>Storage : </a:t>
            </a:r>
            <a:r>
              <a:rPr lang="en-US" sz="2200" dirty="0"/>
              <a:t>- The Java program stores and retrieves quiz data, including questions, options, and answers</a:t>
            </a:r>
            <a:r>
              <a:rPr lang="en-US" sz="2200" dirty="0" smtClean="0"/>
              <a:t>.</a:t>
            </a:r>
          </a:p>
          <a:p>
            <a:pPr>
              <a:lnSpc>
                <a:spcPts val="2800"/>
              </a:lnSpc>
            </a:pPr>
            <a:r>
              <a:rPr lang="en-US" sz="2200" dirty="0" smtClean="0"/>
              <a:t>4</a:t>
            </a:r>
            <a:r>
              <a:rPr lang="en-US" sz="2200" dirty="0"/>
              <a:t>. Result </a:t>
            </a:r>
            <a:r>
              <a:rPr lang="en-US" sz="2200" dirty="0" smtClean="0"/>
              <a:t>Display : </a:t>
            </a:r>
            <a:r>
              <a:rPr lang="en-US" sz="2200" dirty="0"/>
              <a:t>- After completing the quiz, the Java program displays the user's final score and results.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6058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2824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7139" y="40330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7139" y="46058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502824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Working of the Quiz Making System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59711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 smtClean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</a:rPr>
              <a:t>Question Display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authentication to access system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Attempt Questions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subject and difficulty level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2470" y="52064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 smtClean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</a:rPr>
              <a:t>Choose Answer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 answers within given time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Receive Results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feedback and score display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78800"/>
            <a:ext cx="87706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 Concepts Used in Quiz Making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33004"/>
            <a:ext cx="380702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Object-Oriented Programming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605814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 and Objects for quiz data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2824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Encapsulation of quiz logic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12926" y="40330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Exception Handling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12926" y="4605814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input errors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12926" y="502824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program stability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67543" y="4033004"/>
            <a:ext cx="290310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Collections Framework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67543" y="4605814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question storage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67543" y="502824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data retrieval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4238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Interface Design Highlights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692723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48726" y="37671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Responsive Layout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4253270"/>
            <a:ext cx="29743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on multiple devices and resolutions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93774" y="3692723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897791" y="37671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Elements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897791" y="4253270"/>
            <a:ext cx="29743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Buttons, timers, and progress indicators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37995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8726" y="54543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Accessibility Features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94050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Keyboard navigation and screen reader support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923" y="566380"/>
            <a:ext cx="7702153" cy="1355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Takeaways &amp; Future Directions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20923" y="2230517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26902" y="2436495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Efficient Quiz System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26902" y="2898815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diverse educational needs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0923" y="3640336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26902" y="3846314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Scalability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26902" y="4308634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for larger user bases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0923" y="5050155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26902" y="5256133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26902" y="5718453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Incorporate AI-based question generation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0923" y="6459974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26902" y="6665952"/>
            <a:ext cx="2961442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Mobile App Development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26902" y="7128272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 accessibility and usability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356</Words>
  <Application>Microsoft Office PowerPoint</Application>
  <PresentationFormat>Custom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Barlow Bold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</cp:revision>
  <dcterms:created xsi:type="dcterms:W3CDTF">2025-05-11T11:22:57Z</dcterms:created>
  <dcterms:modified xsi:type="dcterms:W3CDTF">2025-05-13T04:32:59Z</dcterms:modified>
</cp:coreProperties>
</file>